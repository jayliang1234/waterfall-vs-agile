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6" r:id="rId2"/>
    <p:sldId id="257" r:id="rId3"/>
    <p:sldId id="263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y.Liang@cix.csi.cuny.edu" initials="J" lastIdx="1" clrIdx="0">
    <p:extLst>
      <p:ext uri="{19B8F6BF-5375-455C-9EA6-DF929625EA0E}">
        <p15:presenceInfo xmlns:p15="http://schemas.microsoft.com/office/powerpoint/2012/main" userId="Jay.Liang@cix.csi.cuny.e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4-10T13:25:35.296" idx="1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4/26/2020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594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8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38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450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4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4/26/2020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1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4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6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4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4/26/2020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3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698" r:id="rId6"/>
    <p:sldLayoutId id="2147483694" r:id="rId7"/>
    <p:sldLayoutId id="2147483695" r:id="rId8"/>
    <p:sldLayoutId id="2147483696" r:id="rId9"/>
    <p:sldLayoutId id="2147483697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5DE37D-AD51-4D31-9F68-85C7398F9E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313" b="2"/>
          <a:stretch/>
        </p:blipFill>
        <p:spPr>
          <a:xfrm>
            <a:off x="358258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F6D8D-683B-451A-A3AE-7D29ADBAE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723" y="3183952"/>
            <a:ext cx="5273462" cy="3204134"/>
          </a:xfrm>
        </p:spPr>
        <p:txBody>
          <a:bodyPr anchor="b">
            <a:normAutofit fontScale="90000"/>
          </a:bodyPr>
          <a:lstStyle/>
          <a:p>
            <a:r>
              <a:rPr lang="en-US" sz="4800" dirty="0"/>
              <a:t>Waterfall vs. agile software development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Jay Liang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22234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55D0D-89E0-4FF9-B26D-83C0C2B6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Software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0929A-194A-41A6-B28A-388DAC199B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Sequential design process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4ADD5-893A-449F-A793-DA22A58789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Each phase is started and completed before moving on to the next</a:t>
            </a:r>
          </a:p>
          <a:p>
            <a:r>
              <a:rPr lang="en-US" dirty="0"/>
              <a:t>Once a phase is completed developers can not go back to a previous one</a:t>
            </a:r>
          </a:p>
          <a:p>
            <a:endParaRPr lang="en-US" dirty="0"/>
          </a:p>
        </p:txBody>
      </p:sp>
      <p:pic>
        <p:nvPicPr>
          <p:cNvPr id="1028" name="Picture 4" descr="What is Waterfall methodology? The past of Agile! - S/W Testing Studio">
            <a:extLst>
              <a:ext uri="{FF2B5EF4-FFF2-40B4-BE49-F238E27FC236}">
                <a16:creationId xmlns:a16="http://schemas.microsoft.com/office/drawing/2014/main" id="{32F4A1F2-3B4D-4775-8D49-63C8F411D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528" y="3152775"/>
            <a:ext cx="487680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597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1609C-EA7C-4488-A3D2-4C081A6FF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E861-B258-42F3-B394-CD20933EB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r>
              <a:rPr lang="en-US" dirty="0"/>
              <a:t>Requirements - concept or idea</a:t>
            </a:r>
          </a:p>
          <a:p>
            <a:r>
              <a:rPr lang="en-US" dirty="0"/>
              <a:t>Design – Logical design and Physical design</a:t>
            </a:r>
          </a:p>
          <a:p>
            <a:r>
              <a:rPr lang="en-US" dirty="0"/>
              <a:t>Implementation – Turning your design into software</a:t>
            </a:r>
          </a:p>
          <a:p>
            <a:r>
              <a:rPr lang="en-US" dirty="0"/>
              <a:t>Testing – testing for flaws or errors</a:t>
            </a:r>
          </a:p>
          <a:p>
            <a:r>
              <a:rPr lang="en-US" dirty="0"/>
              <a:t>Deployment – releasing the product into the market</a:t>
            </a:r>
          </a:p>
          <a:p>
            <a:r>
              <a:rPr lang="en-US" dirty="0"/>
              <a:t>Maintenance – modifications </a:t>
            </a:r>
          </a:p>
        </p:txBody>
      </p:sp>
    </p:spTree>
    <p:extLst>
      <p:ext uri="{BB962C8B-B14F-4D97-AF65-F5344CB8AC3E}">
        <p14:creationId xmlns:p14="http://schemas.microsoft.com/office/powerpoint/2010/main" val="422873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0AA9E-0F7F-400A-A9D7-2D89BAC5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and Disadvantages of Waterfall Software Development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818B5-5447-4415-B348-652F9543F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4608" y="2372650"/>
            <a:ext cx="4937760" cy="823912"/>
          </a:xfrm>
        </p:spPr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D7442-561C-4C70-BD7C-0421218F24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Easy to understand</a:t>
            </a:r>
          </a:p>
          <a:p>
            <a:r>
              <a:rPr lang="en-US" dirty="0"/>
              <a:t>Easy to manage</a:t>
            </a:r>
          </a:p>
          <a:p>
            <a:r>
              <a:rPr lang="en-US" dirty="0"/>
              <a:t>Fewer production issues</a:t>
            </a:r>
          </a:p>
          <a:p>
            <a:r>
              <a:rPr lang="en-US" dirty="0"/>
              <a:t>Better budget management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E8BEB0-63C8-4813-B9C6-33B8A94D1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A5C45-AB02-458A-9F6F-1D147FA6FF1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Not flexible</a:t>
            </a:r>
          </a:p>
          <a:p>
            <a:r>
              <a:rPr lang="en-US" dirty="0"/>
              <a:t>Cannot handle unexpected risks well</a:t>
            </a:r>
          </a:p>
          <a:p>
            <a:r>
              <a:rPr lang="en-US" dirty="0"/>
              <a:t>Not a good model for complex or long-term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07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4071C-0CE8-47DD-9D29-12457FDE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Software Development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CD53253-4B92-4785-AEC1-8748C65E9D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Incremental Process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EA4BBB-B827-430C-B41F-AD644063A5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Starts out with a simplistic product design </a:t>
            </a:r>
          </a:p>
          <a:p>
            <a:r>
              <a:rPr lang="en-US" dirty="0"/>
              <a:t>Allows for modification</a:t>
            </a:r>
          </a:p>
          <a:p>
            <a:r>
              <a:rPr lang="en-US" dirty="0"/>
              <a:t>Was created as a solution to the downsides of waterfall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2" name="Picture 4" descr="What is the Agile Development Cycle? A Quick Intro to Agile ...">
            <a:extLst>
              <a:ext uri="{FF2B5EF4-FFF2-40B4-BE49-F238E27FC236}">
                <a16:creationId xmlns:a16="http://schemas.microsoft.com/office/drawing/2014/main" id="{9436EE33-9E91-465D-B001-98CA32CF6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68" y="2984841"/>
            <a:ext cx="4166421" cy="416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61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1636B-B3C7-42A4-97D3-66DD50F07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and Disadvantages of Agile Software Development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12B3F9-67AF-47DD-8C59-4892B3DD6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AECDD8-86AC-493D-90E4-03C2C964935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Flexible</a:t>
            </a:r>
          </a:p>
          <a:p>
            <a:r>
              <a:rPr lang="en-US" dirty="0"/>
              <a:t>Higher Customer Satisfaction</a:t>
            </a:r>
          </a:p>
          <a:p>
            <a:r>
              <a:rPr lang="en-US" dirty="0"/>
              <a:t>Higher Product Quality</a:t>
            </a:r>
          </a:p>
          <a:p>
            <a:r>
              <a:rPr lang="en-US" dirty="0"/>
              <a:t>Can handle unexcepted changes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1B2D90-F657-4A9F-A0DB-40F1A0A58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7CD1BF-0F54-4821-B0B2-4D9741B7A31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Hard to budget properly</a:t>
            </a:r>
          </a:p>
          <a:p>
            <a:r>
              <a:rPr lang="en-US" dirty="0"/>
              <a:t>Harder to manage</a:t>
            </a:r>
          </a:p>
        </p:txBody>
      </p:sp>
    </p:spTree>
    <p:extLst>
      <p:ext uri="{BB962C8B-B14F-4D97-AF65-F5344CB8AC3E}">
        <p14:creationId xmlns:p14="http://schemas.microsoft.com/office/powerpoint/2010/main" val="554560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5C2E-737E-4480-956D-06A5FD72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4EEF6-51F0-447A-AD85-D038A3CF7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CA585-7F11-4164-8517-8357817EC6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No clear picture of the final product</a:t>
            </a:r>
          </a:p>
          <a:p>
            <a:r>
              <a:rPr lang="en-US" dirty="0"/>
              <a:t>Flexible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0E8CF-1AA0-498F-B6FD-70B725FC9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Waterfall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98D7F2-4FB4-414C-8724-008622B8411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Very clear picture of the final product</a:t>
            </a:r>
          </a:p>
          <a:p>
            <a:r>
              <a:rPr lang="en-US" dirty="0"/>
              <a:t>Documented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0086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243341"/>
      </a:dk2>
      <a:lt2>
        <a:srgbClr val="E8E2E4"/>
      </a:lt2>
      <a:accent1>
        <a:srgbClr val="73AB98"/>
      </a:accent1>
      <a:accent2>
        <a:srgbClr val="66ACB2"/>
      </a:accent2>
      <a:accent3>
        <a:srgbClr val="7FA6CB"/>
      </a:accent3>
      <a:accent4>
        <a:srgbClr val="727AC6"/>
      </a:accent4>
      <a:accent5>
        <a:srgbClr val="A28CD0"/>
      </a:accent5>
      <a:accent6>
        <a:srgbClr val="B172C6"/>
      </a:accent6>
      <a:hlink>
        <a:srgbClr val="AE6981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19936</TotalTime>
  <Words>190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Avenir Next LT Pro</vt:lpstr>
      <vt:lpstr>Calibri</vt:lpstr>
      <vt:lpstr>AccentBoxVTI</vt:lpstr>
      <vt:lpstr>Waterfall vs. agile software development  Jay Liang </vt:lpstr>
      <vt:lpstr>Waterfall Software Development</vt:lpstr>
      <vt:lpstr>Phases</vt:lpstr>
      <vt:lpstr>Advantages and Disadvantages of Waterfall Software Development</vt:lpstr>
      <vt:lpstr>Agile Software Development</vt:lpstr>
      <vt:lpstr>Advantages and Disadvantages of Agile Software Development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Waterfall vs. agile software development  </dc:title>
  <dc:creator>Jay.Liang@cix.csi.cuny.edu</dc:creator>
  <cp:lastModifiedBy>Jay.Liang@cix.csi.cuny.edu</cp:lastModifiedBy>
  <cp:revision>20</cp:revision>
  <dcterms:created xsi:type="dcterms:W3CDTF">2020-04-10T17:15:58Z</dcterms:created>
  <dcterms:modified xsi:type="dcterms:W3CDTF">2020-04-27T14:45:10Z</dcterms:modified>
</cp:coreProperties>
</file>